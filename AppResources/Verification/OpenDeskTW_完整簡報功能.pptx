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模組驗證項目數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驗證項目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文字</c:v>
                  </c:pt>
                  <c:pt idx="1">
                    <c:v>試算表</c:v>
                  </c:pt>
                  <c:pt idx="2">
                    <c:v>簡報</c:v>
                  </c:pt>
                  <c:pt idx="3">
                    <c:v>PDF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14</c:v>
                </c:pt>
                <c:pt idx="2">
                  <c:v>10</c:v>
                </c:pt>
                <c:pt idx="3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Noto Sans CJK T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Noto Sans CJK T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CBD5E1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講者備忘稿：確認簡報者檢視可讀取這段文字。第 1 張投影片。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講者備忘稿：第 2 張包含可編輯圖表與五列表格。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講者備忘稿：第 3 張驗證圖形、排列、超連結與轉場。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PENDESK_MATRIX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437376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OpenDesk TW・完整簡報功能驗證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89920" y="6400800"/>
            <a:ext cx="6858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89920" y="6400800"/>
            <a:ext cx="6858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onlyoffice.com/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2F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7955280" y="-914400"/>
            <a:ext cx="5212080" cy="5212080"/>
          </a:xfrm>
          <a:prstGeom prst="arc">
            <a:avLst/>
          </a:prstGeom>
          <a:solidFill>
            <a:srgbClr val="14B8A6">
              <a:alpha val="82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0"/>
            <a:ext cx="6583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OpenDesk TW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49808" y="196596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A5F3FC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簡報進階功能矩陣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49808" y="2816352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BD5E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母片・投影片編號・表格・圖表・備忘稿・轉場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89920" y="6400800"/>
            <a:ext cx="6858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  <p:transition spd="slow" advClick="1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D5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資料圖表與表格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078992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圖表資料、表格樣式與中文字型應在往返存檔後保持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58368" y="1572768"/>
          <a:ext cx="557784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3" name="Table 0"/>
          <p:cNvGraphicFramePr>
            <a:graphicFrameLocks noGrp="1"/>
          </p:cNvGraphicFramePr>
          <p:nvPr>
            <p:transition spd="slow" advClick="1">
              <p:fade/>
            </p:transition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29400" y="1572768"/>
          <a:ext cx="4800600" cy="3931920"/>
        </p:xfrm>
        <a:graphic>
          <a:graphicData uri="http://schemas.openxmlformats.org/drawingml/2006/table">
            <a:tbl>
              <a:tblPr/>
              <a:tblGrid>
                <a:gridCol w="1874520"/>
                <a:gridCol w="292608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能力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驗證方式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母片／頁碼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OOXML 結構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圖表／表格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物件與資料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備忘稿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Notes XML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轉場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Transition XML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89920" y="6400800"/>
            <a:ext cx="6858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D5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物件排列與直覺操作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49808" y="1600200"/>
            <a:ext cx="3337560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05840" y="1901952"/>
            <a:ext cx="566928" cy="5669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737360" y="1874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版面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069848" y="285292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母片、佈景、對齊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44568" y="1600200"/>
            <a:ext cx="3337560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00600" y="1901952"/>
            <a:ext cx="566928" cy="566928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32120" y="1874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媒體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4864608" y="285292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圖片、音訊、視訊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339328" y="1600200"/>
            <a:ext cx="3337560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595360" y="1901952"/>
            <a:ext cx="566928" cy="5669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0" y="1874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播放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8659368" y="285292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轉場、動畫、放映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251960" y="4892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u="sng" dirty="0">
                <a:solidFill>
                  <a:srgbClr val="0F76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點此查看 ONLYOFFICE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89920" y="6400800"/>
            <a:ext cx="6858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slow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T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T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OpenDesk TW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OpenDesk TW 簡報進階功能矩陣</dc:title>
  <dc:subject>PPTX 母片、物件、備忘稿與轉場驗證</dc:subject>
  <dc:creator>OpenDesk TW 完整相容性驗證</dc:creator>
  <cp:lastModifiedBy>OpenDesk TW 完整相容性驗證</cp:lastModifiedBy>
  <cp:revision>1</cp:revision>
  <dcterms:created xsi:type="dcterms:W3CDTF">2026-07-21T06:49:34Z</dcterms:created>
  <dcterms:modified xsi:type="dcterms:W3CDTF">2026-07-21T06:49:34Z</dcterms:modified>
</cp:coreProperties>
</file>