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PENDESK_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508760"/>
            <a:ext cx="105613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400" b="1" dirty="0">
                <a:solidFill>
                  <a:srgbClr val="1F29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defRPr>
            </a:lvl1pPr>
          </a:lstStyle>
          <a:p>
            <a:pPr algn="ctr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280160" y="2743200"/>
            <a:ext cx="96469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defRPr>
            </a:lvl1pPr>
          </a:lstStyle>
          <a:p>
            <a:pPr algn="ctr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508760"/>
            <a:ext cx="10561320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280160" y="2743200"/>
            <a:ext cx="96469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OpenDesk TW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空白簡報</dc:title>
  <dc:subject>繁體中文空白簡報範本</dc:subject>
  <dc:creator>OpenDesk TW</dc:creator>
  <cp:lastModifiedBy>OpenDesk TW</cp:lastModifiedBy>
  <cp:revision>1</cp:revision>
  <dcterms:created xsi:type="dcterms:W3CDTF">2026-07-21T07:01:48Z</dcterms:created>
  <dcterms:modified xsi:type="dcterms:W3CDTF">2026-07-21T07:01:48Z</dcterms:modified>
</cp:coreProperties>
</file>